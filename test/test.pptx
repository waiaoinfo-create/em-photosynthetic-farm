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測試簡報</a:t>
            </a:r>
          </a:p>
          <a:p>
            <a:pPr algn="ctr">
              <a:spcBef>
                <a:spcPts val="2000"/>
              </a:spcBef>
              <a:defRPr sz="2200">
                <a:solidFill>
                  <a:srgbClr val="A8B2D1"/>
                </a:solidFill>
              </a:defRPr>
            </a:pPr>
            <a:r>
              <a:t>GitHub Pages 測試版本</a:t>
            </a:r>
            <a:br/>
            <a:r>
              <a:t>2026.06.21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1A1A2E"/>
                </a:solidFill>
              </a:defRPr>
            </a:pPr>
            <a:r>
              <a:t>翻頁式簡報特色</a:t>
            </a:r>
          </a:p>
          <a:p>
            <a:pPr algn="ctr">
              <a:spcBef>
                <a:spcPts val="2000"/>
              </a:spcBef>
              <a:defRPr sz="2200">
                <a:solidFill>
                  <a:srgbClr val="495057"/>
                </a:solidFill>
              </a:defRPr>
            </a:pPr>
            <a:r>
              <a:t>左右切換 · 觸控支援 · 進度條 · 全螢幕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1A1A2E"/>
                </a:solidFill>
              </a:defRPr>
            </a:pPr>
            <a:r>
              <a:t>鍵盤操作</a:t>
            </a:r>
          </a:p>
          <a:p>
            <a:pPr algn="ctr">
              <a:spcBef>
                <a:spcPts val="2000"/>
              </a:spcBef>
              <a:defRPr sz="2200">
                <a:solidFill>
                  <a:srgbClr val="495057"/>
                </a:solidFill>
              </a:defRPr>
            </a:pPr>
            <a:r>
              <a:t>← 上一頁 ｜ → 下一頁 ｜ Home 首頁 ｜ End 末頁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測試完成</a:t>
            </a:r>
          </a:p>
          <a:p>
            <a:pPr algn="ctr">
              <a:spcBef>
                <a:spcPts val="2000"/>
              </a:spcBef>
              <a:defRPr sz="2200">
                <a:solidFill>
                  <a:srgbClr val="A8B2D1"/>
                </a:solidFill>
              </a:defRPr>
            </a:pPr>
            <a:r>
              <a:t>共 4 頁 · 簡潔風格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